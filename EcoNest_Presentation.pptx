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lib/freelancer/projects/40482899/pptx_workspace/icon-leaf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849362"/>
            <a:ext cx="6096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669" y="1662113"/>
            <a:ext cx="8290661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EcoNest: Eco-Friendly E-Commerce Platform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018736" y="2754213"/>
            <a:ext cx="31063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600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Sustainably, Live Beautifully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191000" y="3306663"/>
            <a:ext cx="762000" cy="0"/>
          </a:xfrm>
          <a:prstGeom prst="line">
            <a:avLst/>
          </a:prstGeom>
          <a:noFill/>
          <a:ln w="19050">
            <a:solidFill>
              <a:srgbClr val="68D39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80987" y="3570089"/>
            <a:ext cx="13818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Swara Thakare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28989" y="4151114"/>
            <a:ext cx="1886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Competition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555950" cy="5143500"/>
          </a:xfrm>
          <a:prstGeom prst="rect">
            <a:avLst/>
          </a:prstGeom>
          <a:solidFill>
            <a:srgbClr val="1A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951286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1000" y="2230636"/>
            <a:ext cx="28498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1000" y="2786211"/>
            <a:ext cx="28498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eco-friendly e-commerce platform combining online shopping with environmental education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29000" y="605433"/>
            <a:ext cx="5334000" cy="1133177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429000" y="610195"/>
            <a:ext cx="5334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58237" y="605433"/>
            <a:ext cx="0" cy="113317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733848"/>
            <a:ext cx="5334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2813" y="605433"/>
            <a:ext cx="0" cy="1133177"/>
          </a:xfrm>
          <a:prstGeom prst="line">
            <a:avLst/>
          </a:prstGeom>
          <a:noFill/>
          <a:ln w="47625">
            <a:solidFill>
              <a:srgbClr val="2271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5225" y="843558"/>
            <a:ext cx="4916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5225" y="1119783"/>
            <a:ext cx="491604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online store that promotes and sells eco-friendly products while educating visitors about sustainability and environmental impact of their choices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916311"/>
            <a:ext cx="5334000" cy="1133177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429000" y="1921073"/>
            <a:ext cx="5334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58237" y="1916311"/>
            <a:ext cx="0" cy="113317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3044726"/>
            <a:ext cx="5334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52813" y="1916311"/>
            <a:ext cx="0" cy="1133177"/>
          </a:xfrm>
          <a:prstGeom prst="line">
            <a:avLst/>
          </a:prstGeom>
          <a:noFill/>
          <a:ln w="47625">
            <a:solidFill>
              <a:srgbClr val="2271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5225" y="2154436"/>
            <a:ext cx="4916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5225" y="2430661"/>
            <a:ext cx="491604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e-commerce functionality with rich environmental education, making every shopping experience a learning opportunity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227189"/>
            <a:ext cx="5334000" cy="1133177"/>
          </a:xfrm>
          <a:prstGeom prst="roundRect">
            <a:avLst>
              <a:gd name="adj" fmla="val 89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429000" y="3231952"/>
            <a:ext cx="5334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58237" y="3227189"/>
            <a:ext cx="0" cy="113317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4355604"/>
            <a:ext cx="5334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2813" y="3227189"/>
            <a:ext cx="0" cy="1133177"/>
          </a:xfrm>
          <a:prstGeom prst="line">
            <a:avLst/>
          </a:prstGeom>
          <a:noFill/>
          <a:ln w="47625">
            <a:solidFill>
              <a:srgbClr val="2271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5225" y="3465314"/>
            <a:ext cx="4916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05225" y="3741539"/>
            <a:ext cx="491604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Environmentally conscious consumers and students interested in learning about sustainability through interactive, real-world product examples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444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27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663476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320701"/>
            <a:ext cx="2254002" cy="926157"/>
          </a:xfrm>
          <a:prstGeom prst="roundRect">
            <a:avLst>
              <a:gd name="adj" fmla="val 109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339751"/>
            <a:ext cx="2254002" cy="0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57190" y="1320701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950" y="2242096"/>
            <a:ext cx="225400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713" y="1320701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5176" y="1536502"/>
            <a:ext cx="1917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5176" y="1739652"/>
            <a:ext cx="19171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markup and page structure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14352" y="1320701"/>
            <a:ext cx="2254002" cy="926157"/>
          </a:xfrm>
          <a:prstGeom prst="roundRect">
            <a:avLst>
              <a:gd name="adj" fmla="val 109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914352" y="1339751"/>
            <a:ext cx="2254002" cy="0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3592" y="1320701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14352" y="2242096"/>
            <a:ext cx="225400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19115" y="1320701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1578" y="1536502"/>
            <a:ext cx="1917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1578" y="1739652"/>
            <a:ext cx="19171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design, animations, modern styling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20754" y="1320701"/>
            <a:ext cx="2254002" cy="926157"/>
          </a:xfrm>
          <a:prstGeom prst="roundRect">
            <a:avLst>
              <a:gd name="adj" fmla="val 109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320754" y="1339751"/>
            <a:ext cx="2254002" cy="0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69994" y="1320701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20754" y="2242096"/>
            <a:ext cx="225400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25517" y="1320701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7980" y="1536502"/>
            <a:ext cx="1917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07980" y="1739652"/>
            <a:ext cx="19171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Interactivity, cart system, dynamic content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950" y="2399258"/>
            <a:ext cx="2254002" cy="926157"/>
          </a:xfrm>
          <a:prstGeom prst="roundRect">
            <a:avLst>
              <a:gd name="adj" fmla="val 109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07950" y="2418308"/>
            <a:ext cx="2254002" cy="0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57190" y="2399258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7950" y="3320653"/>
            <a:ext cx="225400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713" y="2399258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5176" y="2615059"/>
            <a:ext cx="1917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5176" y="2818209"/>
            <a:ext cx="19171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Sans + Playfair Display typography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14352" y="2399258"/>
            <a:ext cx="2254002" cy="926157"/>
          </a:xfrm>
          <a:prstGeom prst="roundRect">
            <a:avLst>
              <a:gd name="adj" fmla="val 109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2914352" y="2418308"/>
            <a:ext cx="2254002" cy="0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63592" y="2399258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14352" y="3320653"/>
            <a:ext cx="225400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19115" y="2399258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1578" y="2615059"/>
            <a:ext cx="1917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Unsplash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101578" y="2818209"/>
            <a:ext cx="19171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product imagery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20754" y="2399258"/>
            <a:ext cx="2254002" cy="926157"/>
          </a:xfrm>
          <a:prstGeom prst="roundRect">
            <a:avLst>
              <a:gd name="adj" fmla="val 109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320754" y="2418308"/>
            <a:ext cx="2254002" cy="0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69994" y="2399258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20754" y="3320653"/>
            <a:ext cx="225400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25517" y="2399258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07980" y="2615059"/>
            <a:ext cx="1917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07980" y="2818209"/>
            <a:ext cx="19171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hosting and deployment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7950" y="3477816"/>
            <a:ext cx="2254002" cy="926157"/>
          </a:xfrm>
          <a:prstGeom prst="roundRect">
            <a:avLst>
              <a:gd name="adj" fmla="val 109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507950" y="3496866"/>
            <a:ext cx="2254002" cy="0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57190" y="3477816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7950" y="4399211"/>
            <a:ext cx="225400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713" y="3477816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5176" y="3693616"/>
            <a:ext cx="1917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API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5176" y="3896767"/>
            <a:ext cx="19171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persistence and product management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914352" y="3477816"/>
            <a:ext cx="2254002" cy="926157"/>
          </a:xfrm>
          <a:prstGeom prst="roundRect">
            <a:avLst>
              <a:gd name="adj" fmla="val 109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2914352" y="3496866"/>
            <a:ext cx="2254002" cy="0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63592" y="3477816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914352" y="4399211"/>
            <a:ext cx="225400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19115" y="3477816"/>
            <a:ext cx="0" cy="926157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01578" y="3693616"/>
            <a:ext cx="1917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Dependencies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101578" y="3896767"/>
            <a:ext cx="19171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frameworks, pure vanilla code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444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27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663476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- E-Commerce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269802"/>
            <a:ext cx="3937099" cy="737592"/>
          </a:xfrm>
          <a:prstGeom prst="roundRect">
            <a:avLst>
              <a:gd name="adj" fmla="val 1377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274564"/>
            <a:ext cx="3937099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40287" y="1269802"/>
            <a:ext cx="0" cy="737592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950" y="2002631"/>
            <a:ext cx="3937099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000" y="1269802"/>
            <a:ext cx="0" cy="737592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751" y="1457027"/>
            <a:ext cx="36047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Eco Products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3751" y="1660178"/>
            <a:ext cx="36047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5 categories: Kitchen, Personal Care, Home, Fashion, Garden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2134344"/>
            <a:ext cx="3937099" cy="737592"/>
          </a:xfrm>
          <a:prstGeom prst="roundRect">
            <a:avLst>
              <a:gd name="adj" fmla="val 1377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7950" y="2139107"/>
            <a:ext cx="3937099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0287" y="2134344"/>
            <a:ext cx="0" cy="737592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950" y="2867174"/>
            <a:ext cx="3937099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7000" y="2134344"/>
            <a:ext cx="0" cy="737592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3751" y="2321570"/>
            <a:ext cx="36047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Filtering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3751" y="2524720"/>
            <a:ext cx="36047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by category with animated filter buttons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2998887"/>
            <a:ext cx="3937099" cy="737592"/>
          </a:xfrm>
          <a:prstGeom prst="roundRect">
            <a:avLst>
              <a:gd name="adj" fmla="val 1377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07950" y="3003649"/>
            <a:ext cx="3937099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40287" y="2998887"/>
            <a:ext cx="0" cy="737592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950" y="3731716"/>
            <a:ext cx="3937099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7000" y="2998887"/>
            <a:ext cx="0" cy="737592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751" y="3186113"/>
            <a:ext cx="36047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Search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3751" y="3389263"/>
            <a:ext cx="36047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name, category, description, or eco-facts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8950" y="1269802"/>
            <a:ext cx="3937099" cy="737592"/>
          </a:xfrm>
          <a:prstGeom prst="roundRect">
            <a:avLst>
              <a:gd name="adj" fmla="val 1377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98950" y="1274564"/>
            <a:ext cx="3937099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31287" y="1269802"/>
            <a:ext cx="0" cy="737592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98950" y="2002631"/>
            <a:ext cx="3937099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18000" y="1269802"/>
            <a:ext cx="0" cy="737592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4751" y="1457027"/>
            <a:ext cx="36047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Cart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4751" y="1660178"/>
            <a:ext cx="36047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Slide-out drawer with quantity controls and real-time totals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98950" y="2134344"/>
            <a:ext cx="3937099" cy="737592"/>
          </a:xfrm>
          <a:prstGeom prst="roundRect">
            <a:avLst>
              <a:gd name="adj" fmla="val 1377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98950" y="2139107"/>
            <a:ext cx="3937099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31287" y="2134344"/>
            <a:ext cx="0" cy="737592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98950" y="2867174"/>
            <a:ext cx="3937099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18000" y="2134344"/>
            <a:ext cx="0" cy="737592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4751" y="2321570"/>
            <a:ext cx="36047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Checkout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4751" y="2524720"/>
            <a:ext cx="36047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checkout flow with contact, shipping, and demo payment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98950" y="2998887"/>
            <a:ext cx="3937099" cy="737592"/>
          </a:xfrm>
          <a:prstGeom prst="roundRect">
            <a:avLst>
              <a:gd name="adj" fmla="val 1377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698950" y="3003649"/>
            <a:ext cx="3937099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1287" y="2998887"/>
            <a:ext cx="0" cy="737592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98950" y="3731716"/>
            <a:ext cx="3937099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18000" y="2998887"/>
            <a:ext cx="0" cy="737592"/>
          </a:xfrm>
          <a:prstGeom prst="line">
            <a:avLst/>
          </a:prstGeom>
          <a:noFill/>
          <a:ln w="38100">
            <a:solidFill>
              <a:srgbClr val="2271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4751" y="3186113"/>
            <a:ext cx="36047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Confirmation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14751" y="3389263"/>
            <a:ext cx="36047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page with eco-impact summary for each order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444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663476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- Education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269802"/>
            <a:ext cx="3962549" cy="737592"/>
          </a:xfrm>
          <a:prstGeom prst="roundRect">
            <a:avLst>
              <a:gd name="adj" fmla="val 1377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1457027"/>
            <a:ext cx="36598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Eco-Facts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5176" y="1660178"/>
            <a:ext cx="36598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educational facts per product explaining environmental impact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2134344"/>
            <a:ext cx="3962549" cy="897582"/>
          </a:xfrm>
          <a:prstGeom prst="roundRect">
            <a:avLst>
              <a:gd name="adj" fmla="val 1131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5176" y="2321570"/>
            <a:ext cx="36598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Learning Topics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5176" y="2524720"/>
            <a:ext cx="36598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 Crisis, Climate Change, Ocean Conservation, Biodiversity, Water, Circular Economy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73650" y="1269802"/>
            <a:ext cx="3962549" cy="737592"/>
          </a:xfrm>
          <a:prstGeom prst="roundRect">
            <a:avLst>
              <a:gd name="adj" fmla="val 1377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60875" y="1457027"/>
            <a:ext cx="36598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Guides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0875" y="1660178"/>
            <a:ext cx="36598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deep-dives with stats and action items per category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73650" y="2134344"/>
            <a:ext cx="3962549" cy="897582"/>
          </a:xfrm>
          <a:prstGeom prst="roundRect">
            <a:avLst>
              <a:gd name="adj" fmla="val 1131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60875" y="2321570"/>
            <a:ext cx="36598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Calculator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0875" y="2524720"/>
            <a:ext cx="36598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tool showing plastic saved, water saved, CO2 reduced, money saved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444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27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663476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Educational Impact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269802"/>
            <a:ext cx="1898749" cy="942826"/>
          </a:xfrm>
          <a:prstGeom prst="roundRect">
            <a:avLst>
              <a:gd name="adj" fmla="val 10776"/>
            </a:avLst>
          </a:prstGeom>
          <a:solidFill>
            <a:srgbClr val="1A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6176" y="1472952"/>
            <a:ext cx="15222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68D3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96176" y="1895177"/>
            <a:ext cx="1522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Eco-Facts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84400" y="1269802"/>
            <a:ext cx="1898749" cy="942826"/>
          </a:xfrm>
          <a:prstGeom prst="roundRect">
            <a:avLst>
              <a:gd name="adj" fmla="val 10776"/>
            </a:avLst>
          </a:prstGeom>
          <a:solidFill>
            <a:srgbClr val="1A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72626" y="1472952"/>
            <a:ext cx="15222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68D3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72626" y="1895177"/>
            <a:ext cx="1522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Topics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60850" y="1269802"/>
            <a:ext cx="1898749" cy="942826"/>
          </a:xfrm>
          <a:prstGeom prst="roundRect">
            <a:avLst>
              <a:gd name="adj" fmla="val 10776"/>
            </a:avLst>
          </a:prstGeom>
          <a:solidFill>
            <a:srgbClr val="1A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49076" y="1472952"/>
            <a:ext cx="15222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68D3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9076" y="1895177"/>
            <a:ext cx="1522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Sections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37300" y="1269802"/>
            <a:ext cx="1898749" cy="942826"/>
          </a:xfrm>
          <a:prstGeom prst="roundRect">
            <a:avLst>
              <a:gd name="adj" fmla="val 10776"/>
            </a:avLst>
          </a:prstGeom>
          <a:solidFill>
            <a:srgbClr val="1A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25526" y="1472952"/>
            <a:ext cx="15222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68D3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25526" y="1895177"/>
            <a:ext cx="15222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Guides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7950" y="2466529"/>
            <a:ext cx="2590949" cy="1048048"/>
          </a:xfrm>
          <a:prstGeom prst="roundRect">
            <a:avLst>
              <a:gd name="adj" fmla="val 969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5176" y="2653754"/>
            <a:ext cx="2260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In-Depth Articles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5176" y="2847380"/>
            <a:ext cx="22608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6 topics has 5 detailed sections covering science, real-world impact, and actionable solutions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76600" y="2466529"/>
            <a:ext cx="2590949" cy="1048048"/>
          </a:xfrm>
          <a:prstGeom prst="roundRect">
            <a:avLst>
              <a:gd name="adj" fmla="val 969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63826" y="2653754"/>
            <a:ext cx="2260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Lists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63826" y="2847380"/>
            <a:ext cx="22608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Category-specific "What You Can Do" guides with practical steps students can take today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45250" y="2466529"/>
            <a:ext cx="2590949" cy="1048048"/>
          </a:xfrm>
          <a:prstGeom prst="roundRect">
            <a:avLst>
              <a:gd name="adj" fmla="val 969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32475" y="2653754"/>
            <a:ext cx="2260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Calculator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2475" y="2847380"/>
            <a:ext cx="226082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tool calculating personal environmental savings: plastic, water, CO2, and money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555950" cy="5143500"/>
          </a:xfrm>
          <a:prstGeom prst="rect">
            <a:avLst/>
          </a:prstGeom>
          <a:solidFill>
            <a:srgbClr val="1A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956048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2225873"/>
            <a:ext cx="28498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Philosophy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1000" y="2781449"/>
            <a:ext cx="28498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modern, and accessible design inspired by nature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29000" y="49515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82901" y="444401"/>
            <a:ext cx="4037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Eco-Themed Visual Identity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82901" y="634901"/>
            <a:ext cx="40375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tones and greens with Playfair Display headings and DM Sans body text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29000" y="99804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82901" y="947291"/>
            <a:ext cx="36595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Responsive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82901" y="1137791"/>
            <a:ext cx="36595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perfectly on phones, tablets, and desktops with adaptive layouts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150093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82901" y="1450181"/>
            <a:ext cx="36358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Loading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82901" y="1640681"/>
            <a:ext cx="36358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database, no build tools, no heavy frameworks - instant page loads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00382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82901" y="1953071"/>
            <a:ext cx="31104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82901" y="2143571"/>
            <a:ext cx="31104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HTML, keyboard navigation, proper contrast ratios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250671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82901" y="2455962"/>
            <a:ext cx="32250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Animations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82901" y="2646462"/>
            <a:ext cx="3225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Scroll-triggered animations, hover effects, and transition states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300960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82901" y="2958852"/>
            <a:ext cx="31951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Badges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82901" y="3149352"/>
            <a:ext cx="31951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Bestseller, New, and Popular badges to highlight key products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444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27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663476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CMS (Admin Panel)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0921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products without any coding knowledge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488877"/>
            <a:ext cx="3962549" cy="737592"/>
          </a:xfrm>
          <a:prstGeom prst="roundRect">
            <a:avLst>
              <a:gd name="adj" fmla="val 1377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5176" y="1676102"/>
            <a:ext cx="36598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Products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5176" y="1879253"/>
            <a:ext cx="36598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category, price, image URL, description, and eco-facts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2353419"/>
            <a:ext cx="3962549" cy="737592"/>
          </a:xfrm>
          <a:prstGeom prst="roundRect">
            <a:avLst>
              <a:gd name="adj" fmla="val 1377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5176" y="2540645"/>
            <a:ext cx="36598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Products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5176" y="2743795"/>
            <a:ext cx="36598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any product details instantly with live preview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3217962"/>
            <a:ext cx="3962549" cy="737592"/>
          </a:xfrm>
          <a:prstGeom prst="roundRect">
            <a:avLst>
              <a:gd name="adj" fmla="val 1377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5176" y="3405188"/>
            <a:ext cx="36598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Products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5176" y="3608338"/>
            <a:ext cx="36598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products with confirmation dialog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3650" y="1488877"/>
            <a:ext cx="3962549" cy="737592"/>
          </a:xfrm>
          <a:prstGeom prst="roundRect">
            <a:avLst>
              <a:gd name="adj" fmla="val 1377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60875" y="1676102"/>
            <a:ext cx="36598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Auto-Save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0875" y="1879253"/>
            <a:ext cx="36598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changes saved automatically via LocalStorage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73650" y="2353419"/>
            <a:ext cx="3962549" cy="737592"/>
          </a:xfrm>
          <a:prstGeom prst="roundRect">
            <a:avLst>
              <a:gd name="adj" fmla="val 1377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60875" y="2540645"/>
            <a:ext cx="36598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0875" y="2743795"/>
            <a:ext cx="36598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access via "Admin" link in navigation bar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73650" y="3217962"/>
            <a:ext cx="3962549" cy="888802"/>
          </a:xfrm>
          <a:prstGeom prst="roundRect">
            <a:avLst>
              <a:gd name="adj" fmla="val 11431"/>
            </a:avLst>
          </a:prstGeom>
          <a:solidFill>
            <a:srgbClr val="F0FFF4"/>
          </a:solidFill>
          <a:ln w="9525">
            <a:solidFill>
              <a:srgbClr val="C6F6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60875" y="3405188"/>
            <a:ext cx="365985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panel makes it easy for anyone to add new eco-friendly products and their educational eco-facts without writing a single line of code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4444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27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663476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A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269802"/>
            <a:ext cx="1898749" cy="771376"/>
          </a:xfrm>
          <a:prstGeom prst="roundRect">
            <a:avLst>
              <a:gd name="adj" fmla="val 13171"/>
            </a:avLst>
          </a:prstGeom>
          <a:solidFill>
            <a:srgbClr val="1A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6176" y="1472952"/>
            <a:ext cx="15222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6176" y="1704677"/>
            <a:ext cx="15222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84400" y="1269802"/>
            <a:ext cx="1898749" cy="771376"/>
          </a:xfrm>
          <a:prstGeom prst="roundRect">
            <a:avLst>
              <a:gd name="adj" fmla="val 13171"/>
            </a:avLst>
          </a:prstGeom>
          <a:solidFill>
            <a:srgbClr val="1A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72626" y="1472952"/>
            <a:ext cx="15222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72626" y="1704677"/>
            <a:ext cx="15222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0850" y="1269802"/>
            <a:ext cx="1898749" cy="771376"/>
          </a:xfrm>
          <a:prstGeom prst="roundRect">
            <a:avLst>
              <a:gd name="adj" fmla="val 13171"/>
            </a:avLst>
          </a:prstGeom>
          <a:solidFill>
            <a:srgbClr val="1A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49076" y="1472952"/>
            <a:ext cx="15222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9076" y="1704677"/>
            <a:ext cx="15222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37300" y="1269802"/>
            <a:ext cx="1898749" cy="771376"/>
          </a:xfrm>
          <a:prstGeom prst="roundRect">
            <a:avLst>
              <a:gd name="adj" fmla="val 13171"/>
            </a:avLst>
          </a:prstGeom>
          <a:solidFill>
            <a:srgbClr val="1A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25526" y="1472952"/>
            <a:ext cx="15222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products.js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25526" y="1704677"/>
            <a:ext cx="15222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Education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2269778"/>
            <a:ext cx="1898749" cy="984796"/>
          </a:xfrm>
          <a:prstGeom prst="roundRect">
            <a:avLst>
              <a:gd name="adj" fmla="val 1031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9875" y="2431703"/>
            <a:ext cx="1606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Server Needed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9875" y="2612678"/>
            <a:ext cx="160639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entirely in the browser - no backend or database required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84400" y="2269778"/>
            <a:ext cx="1898749" cy="984796"/>
          </a:xfrm>
          <a:prstGeom prst="roundRect">
            <a:avLst>
              <a:gd name="adj" fmla="val 1031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46325" y="2431703"/>
            <a:ext cx="1606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Dependencies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6325" y="2612678"/>
            <a:ext cx="160639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HTML, CSS, and JavaScript - no frameworks or build tools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0850" y="2269778"/>
            <a:ext cx="1898749" cy="984796"/>
          </a:xfrm>
          <a:prstGeom prst="roundRect">
            <a:avLst>
              <a:gd name="adj" fmla="val 1031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22775" y="2431703"/>
            <a:ext cx="1606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Hosting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2775" y="2612678"/>
            <a:ext cx="160639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any web hosting, shared hosting, or even run from a USB drive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37300" y="2269778"/>
            <a:ext cx="1898749" cy="984796"/>
          </a:xfrm>
          <a:prstGeom prst="roundRect">
            <a:avLst>
              <a:gd name="adj" fmla="val 1031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99225" y="2431703"/>
            <a:ext cx="16063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99225" y="2612678"/>
            <a:ext cx="160639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and product edits saved in browser LocalStorage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444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7950" y="663476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 Awareness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1269802"/>
            <a:ext cx="1917799" cy="822127"/>
          </a:xfrm>
          <a:prstGeom prst="roundRect">
            <a:avLst>
              <a:gd name="adj" fmla="val 1235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9743" y="1457027"/>
            <a:ext cx="157421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9743" y="1790402"/>
            <a:ext cx="15742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Tons of plastic in oceans yearly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78150" y="1269802"/>
            <a:ext cx="1917799" cy="822127"/>
          </a:xfrm>
          <a:prstGeom prst="roundRect">
            <a:avLst>
              <a:gd name="adj" fmla="val 1235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49942" y="1457027"/>
            <a:ext cx="157421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9942" y="1790402"/>
            <a:ext cx="15742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 animals killed annually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8349" y="1269802"/>
            <a:ext cx="1917799" cy="822127"/>
          </a:xfrm>
          <a:prstGeom prst="roundRect">
            <a:avLst>
              <a:gd name="adj" fmla="val 1235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0141" y="1457027"/>
            <a:ext cx="157421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20141" y="1790402"/>
            <a:ext cx="15742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plastic never recycled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18548" y="1269802"/>
            <a:ext cx="1917799" cy="822127"/>
          </a:xfrm>
          <a:prstGeom prst="roundRect">
            <a:avLst>
              <a:gd name="adj" fmla="val 1235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90340" y="1457027"/>
            <a:ext cx="157421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90340" y="1790402"/>
            <a:ext cx="15742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 cut daily for toilet paper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950" y="2320528"/>
            <a:ext cx="2607766" cy="802035"/>
          </a:xfrm>
          <a:prstGeom prst="roundRect">
            <a:avLst>
              <a:gd name="adj" fmla="val 1266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9875" y="2482453"/>
            <a:ext cx="23295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Stats Banner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9875" y="2676079"/>
            <a:ext cx="232959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environmental statistics displayed prominently on the site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68117" y="2320528"/>
            <a:ext cx="2607766" cy="802035"/>
          </a:xfrm>
          <a:prstGeom prst="roundRect">
            <a:avLst>
              <a:gd name="adj" fmla="val 1266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30042" y="2482453"/>
            <a:ext cx="23295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 Articles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30042" y="2676079"/>
            <a:ext cx="232959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articles on 6 major environmental issues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28283" y="2320528"/>
            <a:ext cx="2607766" cy="802035"/>
          </a:xfrm>
          <a:prstGeom prst="roundRect">
            <a:avLst>
              <a:gd name="adj" fmla="val 1266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90208" y="2482453"/>
            <a:ext cx="23295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Product-Level Education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0208" y="2676079"/>
            <a:ext cx="232959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purchase linked to educational content about its impact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555950" cy="5143500"/>
          </a:xfrm>
          <a:prstGeom prst="rect">
            <a:avLst/>
          </a:prstGeom>
          <a:solidFill>
            <a:srgbClr val="1A3A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956048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2225873"/>
            <a:ext cx="28498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1000" y="2781449"/>
            <a:ext cx="28498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deployment that works anywhere - no technical setup required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29000" y="145434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74852" y="155212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6950" y="1454348"/>
            <a:ext cx="32593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4 Files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6950" y="1644848"/>
            <a:ext cx="32593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index.html, style.css, app.js, and products.js - that is everything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29000" y="201304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74852" y="211082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6950" y="2013049"/>
            <a:ext cx="34907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to Any Hosting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6950" y="2203549"/>
            <a:ext cx="34907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shared hosting, cPanel, GitHub Pages, or any web server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257175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74852" y="266953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6950" y="2571750"/>
            <a:ext cx="34028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Done!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6950" y="2762250"/>
            <a:ext cx="34028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database setup, no server configuration, no build tools needed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313045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271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73363" y="3228231"/>
            <a:ext cx="681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6950" y="3130451"/>
            <a:ext cx="33759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Too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6950" y="3320951"/>
            <a:ext cx="33759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run directly from a laptop - perfect for live competition demos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lib/freelancer/projects/40482899/pptx_workspace/icon-leaf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50" y="1001762"/>
            <a:ext cx="507950" cy="507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90888" y="1712863"/>
            <a:ext cx="1962076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182835" y="2236738"/>
            <a:ext cx="27783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500" b="1" i="1" dirty="0">
                <a:solidFill>
                  <a:srgbClr val="9AE6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Sustainably, Live Beautifully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191000" y="2770138"/>
            <a:ext cx="762000" cy="0"/>
          </a:xfrm>
          <a:prstGeom prst="line">
            <a:avLst/>
          </a:prstGeom>
          <a:noFill/>
          <a:ln w="19050">
            <a:solidFill>
              <a:srgbClr val="68D39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25380" y="3033564"/>
            <a:ext cx="2493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swarathakare.github.io/econest-store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325380" y="3262164"/>
            <a:ext cx="2493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6F6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github.com/swarathakare/econest-store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357866" y="3871764"/>
            <a:ext cx="24282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Swara Thakare | School Competition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EcoNest: Eco-Friendly E-Commerce Platform</dc:title>
  <dc:subject>School Competition Project 2026</dc:subject>
  <dc:creator>Swara Thakare</dc:creator>
  <cp:lastModifiedBy>Swara Thakare</cp:lastModifiedBy>
  <cp:revision>1</cp:revision>
  <dcterms:created xsi:type="dcterms:W3CDTF">2026-06-04T08:34:29Z</dcterms:created>
  <dcterms:modified xsi:type="dcterms:W3CDTF">2026-06-04T08:34:29Z</dcterms:modified>
</cp:coreProperties>
</file>